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9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47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5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11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203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3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09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8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00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43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3699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45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88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93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8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8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53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Coffee Café Sales &amp; Transaction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632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EDCFA"/>
                </a:solidFill>
              </a:defRPr>
            </a:pPr>
            <a:r>
              <a:t>Power BI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033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Sales Performance | Product Analysis | Store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3"/>
                </a:solidFill>
              </a:defRPr>
            </a:pPr>
            <a:r>
              <a:t>Turning transaction data into actionable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Analyze café sales performance across January–June 2023.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Identify revenue trends, high-performing products and categories, and store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Build an interactive executive dashboard in Power BI.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Use DAX and dimensional modeling to create reusable business metrics.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Present findings in a concise format suitable for business and interview discussions.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Coffee Café Sales &amp; Transaction Analysis |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2.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3"/>
                </a:solidFill>
              </a:defRPr>
            </a:pPr>
            <a:r>
              <a:t>Transaction-level coffee café sales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463039"/>
            <a:ext cx="23408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6473"/>
                </a:solidFill>
              </a:defRPr>
            </a:pPr>
            <a:r>
              <a:t>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3408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8273A"/>
                </a:solidFill>
              </a:defRPr>
            </a:pPr>
            <a:r>
              <a:t>149,116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2588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93008" y="1463039"/>
            <a:ext cx="23408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6473"/>
                </a:solidFill>
              </a:defRPr>
            </a:pPr>
            <a:r>
              <a:t>Quantity Sold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1828800"/>
            <a:ext cx="23408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8273A"/>
                </a:solidFill>
              </a:defRPr>
            </a:pPr>
            <a:r>
              <a:t>214,470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8" y="1463039"/>
            <a:ext cx="23408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6473"/>
                </a:solidFill>
              </a:defRPr>
            </a:pPr>
            <a: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828800"/>
            <a:ext cx="23408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8273A"/>
                </a:solidFill>
              </a:defRPr>
            </a:pPr>
            <a:r>
              <a:t>$698,812.33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32588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79407" y="1463039"/>
            <a:ext cx="23408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6473"/>
                </a:solidFill>
              </a:defRPr>
            </a:pPr>
            <a:r>
              <a:t>Avg. Transaction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7" y="1828800"/>
            <a:ext cx="2340863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8273A"/>
                </a:solidFill>
              </a:defRPr>
            </a:pPr>
            <a:r>
              <a:t>$4.69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803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3 store locations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9 product categories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80 products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11 source columns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Analysis period: January 1, 2023 – June 30, 2023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Data-quality checks found 0 duplicate rows and 0 null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Coffee Café Sales &amp; Transaction Analysis |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3. Data Model &amp; DAX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3"/>
                </a:solidFill>
              </a:defRPr>
            </a:pPr>
            <a:r>
              <a:t>A simple dimensional model supports flexible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2926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</a:defRPr>
            </a:pPr>
            <a:r>
              <a:t>DateTable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Date, Year,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2926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57276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</a:defRPr>
            </a:pPr>
            <a:r>
              <a:t>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Fact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2926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57276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</a:defRPr>
            </a:pPr>
            <a:r>
              <a:t>ProductTable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0195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Product attributes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94760" y="1719072"/>
            <a:ext cx="502920" cy="320040"/>
          </a:xfrm>
          <a:prstGeom prst="rightArrow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7452360" y="1719072"/>
            <a:ext cx="502920" cy="320040"/>
          </a:xfrm>
          <a:prstGeom prst="rightArrow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• DateTable → Transactions: one-to-many relationship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• ProductTable → Transactions: one-to-many relationship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• Core DAX measures: Total Revenue, Total Transactions, Quantity Sold, Average Transaction Value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• Additional analysis measures: Revenue Contribution % and Month-over-Month Revenue Growth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Coffee Café Sales &amp; Transaction Analysis |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4.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3"/>
                </a:solidFill>
              </a:defRPr>
            </a:pPr>
            <a:r>
              <a:t>A focused dashboard built around the main business questions</a:t>
            </a:r>
          </a:p>
        </p:txBody>
      </p:sp>
      <p:pic>
        <p:nvPicPr>
          <p:cNvPr id="4" name="Picture 3" descr="a2f5c3a7-f7fd-49f8-a603-736997d981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048" y="1234440"/>
            <a:ext cx="9209598" cy="5166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Coffee Café Sales &amp; Transaction Analysis | Power 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5. Key 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3"/>
                </a:solidFill>
              </a:defRPr>
            </a:pPr>
            <a:r>
              <a:t>What the Power BI analysis reveals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Coffee is the highest revenue-generating product category, at approximately $270K.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June is the highest-revenue month at approximately $166K.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February is the lowest-revenue month at approximately $76K.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Hell's Kitchen generates the highest store revenue at approximately $236.5K.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Sustainably Grown Organic Lg is the highest-revenue individual product.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• Revenue and quantity rankings are not always identical, so both measures are useful for performance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Coffee Café Sales &amp; Transaction Analysis | Power 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6. Recommendations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3"/>
                </a:solidFill>
              </a:defRPr>
            </a:pPr>
            <a:r>
              <a:t>Turning observations into next steps while keeping conclusions grounded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521208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73A"/>
                </a:solidFill>
              </a:defRPr>
            </a:pPr>
            <a:r>
              <a:rPr dirty="0"/>
              <a:t>Recommendations</a:t>
            </a:r>
            <a:endParaRPr lang="en-US" dirty="0"/>
          </a:p>
          <a:p>
            <a:pPr>
              <a:defRPr sz="2200" b="1">
                <a:solidFill>
                  <a:srgbClr val="18273A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rPr dirty="0"/>
              <a:t>• Monitor the Coffee category and its product mix.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rPr dirty="0"/>
              <a:t>• Investigate February performance using traffic, promotions, availability, and seasonality data.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rPr dirty="0"/>
              <a:t>• Compare product mix and pricing across stores.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rPr dirty="0"/>
              <a:t>• Monitor high-revenue products and their contribution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512064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73A"/>
                </a:solidFill>
              </a:defRPr>
            </a:pPr>
            <a:r>
              <a:rPr dirty="0"/>
              <a:t>Limitations</a:t>
            </a:r>
            <a:endParaRPr lang="en-US" dirty="0"/>
          </a:p>
          <a:p>
            <a:pPr>
              <a:defRPr sz="2200" b="1">
                <a:solidFill>
                  <a:srgbClr val="18273A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rPr dirty="0"/>
              <a:t>• Only six months of data are available.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rPr dirty="0"/>
              <a:t>• No customer-level information is provided.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rPr dirty="0"/>
              <a:t>• No detailed promotion or discount data.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rPr dirty="0"/>
              <a:t>• No product cost or profit information.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rPr dirty="0"/>
              <a:t>• Transaction data identifies patterns but does not by itself establish the causes of revenue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Coffee Café Sales &amp; Transaction Analysis | Power BI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The Power BI dashboard converts raw café transactions into a concise business performance view.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The analysis combines data modeling, DAX, time-series analysis, product analysis, and store analysis.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The final dashboard focuses on the information most useful for business decision-making and interview discussion.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• The project demonstrates an end-to-end Power BI workflow from data validation to dashboard storytelling.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EDCFA"/>
                </a:solidFill>
              </a:defRPr>
            </a:pPr>
            <a:r>
              <a:t>Power BI project completed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</TotalTime>
  <Words>562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Omkar Gawas</cp:lastModifiedBy>
  <cp:revision>2</cp:revision>
  <dcterms:created xsi:type="dcterms:W3CDTF">2013-01-27T09:14:16Z</dcterms:created>
  <dcterms:modified xsi:type="dcterms:W3CDTF">2026-09-20T13:54:40Z</dcterms:modified>
  <cp:category/>
</cp:coreProperties>
</file>